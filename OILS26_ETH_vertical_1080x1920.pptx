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875520" cy="17556480"/>
  <p:notesSz cx="1755648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ILS pattern backgrou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875520" cy="1755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061433">
              <a:alpha val="30000"/>
            </a:srgbClr>
          </a:solidFill>
          <a:ln/>
        </p:spPr>
      </p:sp>
      <p:pic>
        <p:nvPicPr>
          <p:cNvPr id="4" name="Image 1" descr="OIL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822960"/>
            <a:ext cx="3474720" cy="1554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13232" y="3017520"/>
            <a:ext cx="844905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From Bit</a:t>
            </a:r>
            <a:endParaRPr lang="en-US" sz="10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to Bench</a:t>
            </a:r>
            <a:endParaRPr lang="en-US" sz="10800" dirty="0"/>
          </a:p>
        </p:txBody>
      </p:sp>
      <p:sp>
        <p:nvSpPr>
          <p:cNvPr id="6" name="Text 2"/>
          <p:cNvSpPr txBox="1"/>
          <p:nvPr/>
        </p:nvSpPr>
        <p:spPr>
          <a:xfrm>
            <a:off x="713232" y="7040880"/>
            <a:ext cx="8449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OILS26 Conference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713232" y="7772400"/>
            <a:ext cx="8449056" cy="36576"/>
          </a:xfrm>
          <a:prstGeom prst="rect">
            <a:avLst/>
          </a:prstGeom>
          <a:solidFill>
            <a:srgbClr val="75CBE9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13232" y="8138160"/>
            <a:ext cx="8449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20 OCTOBER 2026</a:t>
            </a:r>
            <a:endParaRPr lang="en-US" sz="5800" dirty="0"/>
          </a:p>
        </p:txBody>
      </p:sp>
      <p:sp>
        <p:nvSpPr>
          <p:cNvPr id="9" name="Text 5"/>
          <p:cNvSpPr txBox="1"/>
          <p:nvPr/>
        </p:nvSpPr>
        <p:spPr>
          <a:xfrm>
            <a:off x="713232" y="9144000"/>
            <a:ext cx="8449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Zurich</a:t>
            </a:r>
            <a:endParaRPr lang="en-US" sz="3700" dirty="0"/>
          </a:p>
        </p:txBody>
      </p:sp>
      <p:sp>
        <p:nvSpPr>
          <p:cNvPr id="10" name="Shape 6"/>
          <p:cNvSpPr/>
          <p:nvPr/>
        </p:nvSpPr>
        <p:spPr>
          <a:xfrm>
            <a:off x="713232" y="10241280"/>
            <a:ext cx="8449056" cy="338328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188720" y="10607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5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&amp; site visit</a:t>
            </a:r>
            <a:endParaRPr lang="en-US" sz="2400" dirty="0"/>
          </a:p>
        </p:txBody>
      </p:sp>
      <p:pic>
        <p:nvPicPr>
          <p:cNvPr id="12" name="Image 2" descr="Roch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430000"/>
            <a:ext cx="2468880" cy="1280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23360" y="11201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Visit Roche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in Basel</a:t>
            </a:r>
            <a:endParaRPr lang="en-US" sz="4600" dirty="0"/>
          </a:p>
        </p:txBody>
      </p:sp>
      <p:sp>
        <p:nvSpPr>
          <p:cNvPr id="14" name="Text 9"/>
          <p:cNvSpPr txBox="1"/>
          <p:nvPr/>
        </p:nvSpPr>
        <p:spPr>
          <a:xfrm>
            <a:off x="4023360" y="12710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1B5DAA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21 OCTOBER</a:t>
            </a:r>
            <a:endParaRPr lang="en-US" sz="3700" dirty="0"/>
          </a:p>
        </p:txBody>
      </p:sp>
      <p:sp>
        <p:nvSpPr>
          <p:cNvPr id="15" name="Shape 10"/>
          <p:cNvSpPr/>
          <p:nvPr/>
        </p:nvSpPr>
        <p:spPr>
          <a:xfrm>
            <a:off x="713232" y="14264640"/>
            <a:ext cx="8449056" cy="2468880"/>
          </a:xfrm>
          <a:prstGeom prst="roundRect">
            <a:avLst>
              <a:gd name="adj" fmla="val 20000"/>
            </a:avLst>
          </a:prstGeom>
          <a:solidFill>
            <a:srgbClr val="8CCBF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1152144" y="14610283"/>
            <a:ext cx="7571232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&amp; see the agenda</a:t>
            </a:r>
            <a:endParaRPr lang="en-US" sz="2900" dirty="0"/>
          </a:p>
        </p:txBody>
      </p:sp>
      <p:sp>
        <p:nvSpPr>
          <p:cNvPr id="17" name="Text 12"/>
          <p:cNvSpPr txBox="1"/>
          <p:nvPr/>
        </p:nvSpPr>
        <p:spPr>
          <a:xfrm>
            <a:off x="1152144" y="15400325"/>
            <a:ext cx="7571232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b2match.com/e/oils2026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OILS26 ETH screen ad</dc:title>
  <dc:subject>PptxGenJS Presentation</dc:subject>
  <dc:creator>PptxGenJS</dc:creator>
  <cp:lastModifiedBy>PptxGenJS</cp:lastModifiedBy>
  <cp:revision>1</cp:revision>
  <dcterms:created xsi:type="dcterms:W3CDTF">2026-10-06T20:10:11Z</dcterms:created>
  <dcterms:modified xsi:type="dcterms:W3CDTF">2026-10-06T20:10:11Z</dcterms:modified>
</cp:coreProperties>
</file>