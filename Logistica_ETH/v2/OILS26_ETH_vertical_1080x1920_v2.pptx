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875520" cy="17556480"/>
  <p:notesSz cx="17556480" cy="9875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ILS pattern backgroun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875520" cy="17556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875520" cy="17556480"/>
          </a:xfrm>
          <a:prstGeom prst="rect">
            <a:avLst/>
          </a:prstGeom>
          <a:solidFill>
            <a:srgbClr val="061433">
              <a:alpha val="30000"/>
            </a:srgbClr>
          </a:solidFill>
          <a:ln/>
        </p:spPr>
      </p:sp>
      <p:pic>
        <p:nvPicPr>
          <p:cNvPr id="4" name="Image 1" descr="OIL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822960"/>
            <a:ext cx="3474720" cy="15544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059168" y="640080"/>
            <a:ext cx="2103120" cy="21031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pic>
        <p:nvPicPr>
          <p:cNvPr id="6" name="Image 2" descr="QR code to b2match.com/e/oils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355" y="766267"/>
            <a:ext cx="1850746" cy="185074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876288" y="2871216"/>
            <a:ext cx="2468880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REGISTER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13232" y="3401568"/>
            <a:ext cx="844905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200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From Bit</a:t>
            </a:r>
            <a:endParaRPr lang="en-US" sz="12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200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to Bench</a:t>
            </a:r>
            <a:endParaRPr lang="en-US" sz="12200" dirty="0"/>
          </a:p>
        </p:txBody>
      </p:sp>
      <p:sp>
        <p:nvSpPr>
          <p:cNvPr id="9" name="Text 4"/>
          <p:cNvSpPr txBox="1"/>
          <p:nvPr/>
        </p:nvSpPr>
        <p:spPr>
          <a:xfrm>
            <a:off x="713232" y="6812280"/>
            <a:ext cx="8449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OILS26 Conference</a:t>
            </a:r>
            <a:endParaRPr lang="en-US" sz="3300" dirty="0"/>
          </a:p>
        </p:txBody>
      </p:sp>
      <p:sp>
        <p:nvSpPr>
          <p:cNvPr id="10" name="Shape 5"/>
          <p:cNvSpPr/>
          <p:nvPr/>
        </p:nvSpPr>
        <p:spPr>
          <a:xfrm>
            <a:off x="713232" y="7772400"/>
            <a:ext cx="8449056" cy="36576"/>
          </a:xfrm>
          <a:prstGeom prst="rect">
            <a:avLst/>
          </a:prstGeom>
          <a:solidFill>
            <a:srgbClr val="75CBE9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713232" y="8138160"/>
            <a:ext cx="84490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8CCBF2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20 OCTOBER 2026</a:t>
            </a:r>
            <a:endParaRPr lang="en-US" sz="6000" dirty="0"/>
          </a:p>
        </p:txBody>
      </p:sp>
      <p:sp>
        <p:nvSpPr>
          <p:cNvPr id="12" name="Text 7"/>
          <p:cNvSpPr txBox="1"/>
          <p:nvPr/>
        </p:nvSpPr>
        <p:spPr>
          <a:xfrm>
            <a:off x="713232" y="9144000"/>
            <a:ext cx="8449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of Zurich</a:t>
            </a:r>
            <a:endParaRPr lang="en-US" sz="3700" dirty="0"/>
          </a:p>
        </p:txBody>
      </p:sp>
      <p:sp>
        <p:nvSpPr>
          <p:cNvPr id="13" name="Shape 8"/>
          <p:cNvSpPr/>
          <p:nvPr/>
        </p:nvSpPr>
        <p:spPr>
          <a:xfrm>
            <a:off x="713232" y="10241280"/>
            <a:ext cx="8449056" cy="338328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1188720" y="10607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5D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&amp; site visit</a:t>
            </a:r>
            <a:endParaRPr lang="en-US" sz="2400" dirty="0"/>
          </a:p>
        </p:txBody>
      </p:sp>
      <p:pic>
        <p:nvPicPr>
          <p:cNvPr id="15" name="Image 3" descr="Roche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1430000"/>
            <a:ext cx="2468880" cy="12801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023360" y="11100816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Visit Roche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in Basel</a:t>
            </a:r>
            <a:endParaRPr lang="en-US" sz="4800" dirty="0"/>
          </a:p>
        </p:txBody>
      </p:sp>
      <p:sp>
        <p:nvSpPr>
          <p:cNvPr id="17" name="Text 11"/>
          <p:cNvSpPr txBox="1"/>
          <p:nvPr/>
        </p:nvSpPr>
        <p:spPr>
          <a:xfrm>
            <a:off x="4023360" y="127101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b="1" dirty="0">
                <a:solidFill>
                  <a:srgbClr val="1B5DAA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21 OCTOBER</a:t>
            </a:r>
            <a:endParaRPr lang="en-US" sz="3700" dirty="0"/>
          </a:p>
        </p:txBody>
      </p:sp>
      <p:sp>
        <p:nvSpPr>
          <p:cNvPr id="18" name="Shape 12"/>
          <p:cNvSpPr/>
          <p:nvPr/>
        </p:nvSpPr>
        <p:spPr>
          <a:xfrm>
            <a:off x="713232" y="14264640"/>
            <a:ext cx="8449056" cy="2468880"/>
          </a:xfrm>
          <a:prstGeom prst="roundRect">
            <a:avLst>
              <a:gd name="adj" fmla="val 20000"/>
            </a:avLst>
          </a:prstGeom>
          <a:solidFill>
            <a:srgbClr val="8CCBF2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1152144" y="14904720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&amp; see the agenda</a:t>
            </a:r>
            <a:endParaRPr lang="en-US" sz="290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15453360"/>
            <a:ext cx="757123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500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b2match.com/e/oils2026</a:t>
            </a:r>
            <a:endParaRPr lang="en-US" sz="4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OILS26 ETH screen ad</dc:title>
  <dc:subject>PptxGenJS Presentation</dc:subject>
  <dc:creator>PptxGenJS</dc:creator>
  <cp:lastModifiedBy>PptxGenJS</cp:lastModifiedBy>
  <cp:revision>1</cp:revision>
  <dcterms:created xsi:type="dcterms:W3CDTF">2026-10-06T21:10:11Z</dcterms:created>
  <dcterms:modified xsi:type="dcterms:W3CDTF">2026-10-06T21:10:11Z</dcterms:modified>
</cp:coreProperties>
</file>