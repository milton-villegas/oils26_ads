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7556480" cy="9875520"/>
  <p:notesSz cx="9875520" cy="1755648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1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ILS pattern background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7556480" cy="9875520"/>
          </a:xfrm>
          <a:prstGeom prst="rect">
            <a:avLst/>
          </a:prstGeom>
          <a:solidFill>
            <a:srgbClr val="061433">
              <a:alpha val="30000"/>
            </a:srgbClr>
          </a:solidFill>
          <a:ln/>
        </p:spPr>
      </p:sp>
      <p:pic>
        <p:nvPicPr>
          <p:cNvPr id="4" name="Image 1" descr="OILS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40080"/>
            <a:ext cx="3017520" cy="1353312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8138160" y="438912"/>
            <a:ext cx="2011680" cy="20116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/>
        </p:spPr>
      </p:sp>
      <p:pic>
        <p:nvPicPr>
          <p:cNvPr id="6" name="Image 2" descr="QR code to b2match.com/e/oils2026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8861" y="559613"/>
            <a:ext cx="1770278" cy="1770278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955280" y="2578608"/>
            <a:ext cx="2377440" cy="2816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spc="200" kern="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 TO REGISTER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804672" y="306324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0" b="1" dirty="0">
                <a:solidFill>
                  <a:srgbClr val="FFFFFF"/>
                </a:solidFill>
                <a:latin typeface="Eurostile" pitchFamily="34" charset="0"/>
                <a:ea typeface="Eurostile" pitchFamily="34" charset="-122"/>
                <a:cs typeface="Eurostile" pitchFamily="34" charset="-120"/>
              </a:rPr>
              <a:t>From Bit to Bench</a:t>
            </a:r>
            <a:endParaRPr lang="en-US" sz="8500" dirty="0"/>
          </a:p>
        </p:txBody>
      </p:sp>
      <p:sp>
        <p:nvSpPr>
          <p:cNvPr id="9" name="Text 4"/>
          <p:cNvSpPr txBox="1"/>
          <p:nvPr/>
        </p:nvSpPr>
        <p:spPr>
          <a:xfrm>
            <a:off x="822960" y="4370832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OILS26 Conference</a:t>
            </a:r>
            <a:endParaRPr lang="en-US" sz="3000" dirty="0"/>
          </a:p>
        </p:txBody>
      </p:sp>
      <p:sp>
        <p:nvSpPr>
          <p:cNvPr id="10" name="Shape 5"/>
          <p:cNvSpPr/>
          <p:nvPr/>
        </p:nvSpPr>
        <p:spPr>
          <a:xfrm>
            <a:off x="822960" y="5212080"/>
            <a:ext cx="9326880" cy="36576"/>
          </a:xfrm>
          <a:prstGeom prst="rect">
            <a:avLst/>
          </a:prstGeom>
          <a:solidFill>
            <a:srgbClr val="75CBE9"/>
          </a:solidFill>
          <a:ln/>
        </p:spPr>
      </p:sp>
      <p:sp>
        <p:nvSpPr>
          <p:cNvPr id="11" name="Text 6"/>
          <p:cNvSpPr txBox="1"/>
          <p:nvPr/>
        </p:nvSpPr>
        <p:spPr>
          <a:xfrm>
            <a:off x="822960" y="5486400"/>
            <a:ext cx="9326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0" b="1" dirty="0">
                <a:solidFill>
                  <a:srgbClr val="8CCBF2"/>
                </a:solidFill>
                <a:latin typeface="Eurostile" pitchFamily="34" charset="0"/>
                <a:ea typeface="Eurostile" pitchFamily="34" charset="-122"/>
                <a:cs typeface="Eurostile" pitchFamily="34" charset="-120"/>
              </a:rPr>
              <a:t>20 OCTOBER 2026</a:t>
            </a:r>
            <a:endParaRPr lang="en-US" sz="5500" dirty="0"/>
          </a:p>
        </p:txBody>
      </p:sp>
      <p:sp>
        <p:nvSpPr>
          <p:cNvPr id="12" name="Text 7"/>
          <p:cNvSpPr txBox="1"/>
          <p:nvPr/>
        </p:nvSpPr>
        <p:spPr>
          <a:xfrm>
            <a:off x="822960" y="6309360"/>
            <a:ext cx="9326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University of Zurich</a:t>
            </a:r>
            <a:endParaRPr lang="en-US" sz="3300" dirty="0"/>
          </a:p>
        </p:txBody>
      </p:sp>
      <p:sp>
        <p:nvSpPr>
          <p:cNvPr id="13" name="Shape 8"/>
          <p:cNvSpPr/>
          <p:nvPr/>
        </p:nvSpPr>
        <p:spPr>
          <a:xfrm>
            <a:off x="822960" y="7315200"/>
            <a:ext cx="9326880" cy="1737360"/>
          </a:xfrm>
          <a:prstGeom prst="roundRect">
            <a:avLst>
              <a:gd name="adj" fmla="val 20000"/>
            </a:avLst>
          </a:prstGeom>
          <a:solidFill>
            <a:srgbClr val="8CCBF2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1261872" y="7571232"/>
            <a:ext cx="84490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0B25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 &amp; see the agenda</a:t>
            </a:r>
            <a:endParaRPr lang="en-US" sz="2900" dirty="0"/>
          </a:p>
        </p:txBody>
      </p:sp>
      <p:sp>
        <p:nvSpPr>
          <p:cNvPr id="15" name="Text 10"/>
          <p:cNvSpPr txBox="1"/>
          <p:nvPr/>
        </p:nvSpPr>
        <p:spPr>
          <a:xfrm>
            <a:off x="1261872" y="8046720"/>
            <a:ext cx="844905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0B2554"/>
                </a:solidFill>
                <a:latin typeface="Eurostile" pitchFamily="34" charset="0"/>
                <a:ea typeface="Eurostile" pitchFamily="34" charset="-122"/>
                <a:cs typeface="Eurostile" pitchFamily="34" charset="-120"/>
              </a:rPr>
              <a:t>b2match.com/e/oils2026</a:t>
            </a:r>
            <a:endParaRPr lang="en-US" sz="5000" dirty="0"/>
          </a:p>
        </p:txBody>
      </p:sp>
      <p:sp>
        <p:nvSpPr>
          <p:cNvPr id="16" name="Shape 11"/>
          <p:cNvSpPr/>
          <p:nvPr/>
        </p:nvSpPr>
        <p:spPr>
          <a:xfrm>
            <a:off x="11247120" y="1097280"/>
            <a:ext cx="5486400" cy="7680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pic>
        <p:nvPicPr>
          <p:cNvPr id="17" name="Image 3" descr="Roche logo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78640" y="1737360"/>
            <a:ext cx="4023360" cy="209397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11795760" y="4206240"/>
            <a:ext cx="4389120" cy="36576"/>
          </a:xfrm>
          <a:prstGeom prst="rect">
            <a:avLst/>
          </a:prstGeom>
          <a:solidFill>
            <a:srgbClr val="DBE7F4"/>
          </a:solidFill>
          <a:ln/>
        </p:spPr>
      </p:sp>
      <p:sp>
        <p:nvSpPr>
          <p:cNvPr id="19" name="Text 13"/>
          <p:cNvSpPr txBox="1"/>
          <p:nvPr/>
        </p:nvSpPr>
        <p:spPr>
          <a:xfrm>
            <a:off x="11795760" y="46817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B5D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Sponsor &amp; site visit</a:t>
            </a:r>
            <a:endParaRPr lang="en-US" sz="2300" dirty="0"/>
          </a:p>
        </p:txBody>
      </p:sp>
      <p:sp>
        <p:nvSpPr>
          <p:cNvPr id="20" name="Text 14"/>
          <p:cNvSpPr txBox="1"/>
          <p:nvPr/>
        </p:nvSpPr>
        <p:spPr>
          <a:xfrm>
            <a:off x="11795760" y="534924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000" b="1" dirty="0">
                <a:solidFill>
                  <a:srgbClr val="0B2554"/>
                </a:solidFill>
                <a:latin typeface="Eurostile" pitchFamily="34" charset="0"/>
                <a:ea typeface="Eurostile" pitchFamily="34" charset="-122"/>
                <a:cs typeface="Eurostile" pitchFamily="34" charset="-120"/>
              </a:rPr>
              <a:t>Visit Roche</a:t>
            </a:r>
            <a:endParaRPr lang="en-US" sz="500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5000" b="1" dirty="0">
                <a:solidFill>
                  <a:srgbClr val="0B2554"/>
                </a:solidFill>
                <a:latin typeface="Eurostile" pitchFamily="34" charset="0"/>
                <a:ea typeface="Eurostile" pitchFamily="34" charset="-122"/>
                <a:cs typeface="Eurostile" pitchFamily="34" charset="-120"/>
              </a:rPr>
              <a:t>in Basel</a:t>
            </a:r>
            <a:endParaRPr lang="en-US" sz="5000" dirty="0"/>
          </a:p>
        </p:txBody>
      </p:sp>
      <p:sp>
        <p:nvSpPr>
          <p:cNvPr id="21" name="Text 15"/>
          <p:cNvSpPr txBox="1"/>
          <p:nvPr/>
        </p:nvSpPr>
        <p:spPr>
          <a:xfrm>
            <a:off x="11795760" y="72237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1B5DAA"/>
                </a:solidFill>
                <a:latin typeface="Eurostile" pitchFamily="34" charset="0"/>
                <a:ea typeface="Eurostile" pitchFamily="34" charset="-122"/>
                <a:cs typeface="Eurostile" pitchFamily="34" charset="-120"/>
              </a:rPr>
              <a:t>21 OCTOBER</a:t>
            </a:r>
            <a:endParaRPr lang="en-US" sz="4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OILS26 ETH screen ad</dc:title>
  <dc:subject>PptxGenJS Presentation</dc:subject>
  <dc:creator>PptxGenJS</dc:creator>
  <cp:lastModifiedBy>PptxGenJS</cp:lastModifiedBy>
  <cp:revision>1</cp:revision>
  <dcterms:created xsi:type="dcterms:W3CDTF">2026-10-06T21:10:11Z</dcterms:created>
  <dcterms:modified xsi:type="dcterms:W3CDTF">2026-10-06T21:10:11Z</dcterms:modified>
</cp:coreProperties>
</file>