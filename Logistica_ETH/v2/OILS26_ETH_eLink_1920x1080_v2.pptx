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02"/>
    <p:restoredTop sz="94610"/>
  </p:normalViewPr>
  <p:slideViewPr>
    <p:cSldViewPr snapToGrid="0" snapToObjects="1">
      <p:cViewPr>
        <p:scale>
          <a:sx n="54" d="100"/>
          <a:sy n="54" d="100"/>
        </p:scale>
        <p:origin x="1992" y="1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2303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4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ILS pattern background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556480" cy="9875520"/>
          </a:xfrm>
          <a:prstGeom prst="rect">
            <a:avLst/>
          </a:prstGeom>
          <a:solidFill>
            <a:srgbClr val="061433">
              <a:alpha val="30000"/>
            </a:srgbClr>
          </a:solidFill>
          <a:ln/>
        </p:spPr>
        <p:txBody>
          <a:bodyPr/>
          <a:lstStyle/>
          <a:p>
            <a:endParaRPr lang="en-CH"/>
          </a:p>
        </p:txBody>
      </p:sp>
      <p:pic>
        <p:nvPicPr>
          <p:cNvPr id="4" name="Image 1" descr="OILS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57200"/>
            <a:ext cx="3017520" cy="135331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22960" y="205740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OILS26 Conference</a:t>
            </a:r>
            <a:endParaRPr lang="en-US" sz="29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2606040"/>
            <a:ext cx="9875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0" b="1" dirty="0">
                <a:solidFill>
                  <a:srgbClr val="FFFFFF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From Bit to</a:t>
            </a:r>
            <a:endParaRPr lang="en-US" sz="7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0" b="1" dirty="0">
                <a:solidFill>
                  <a:srgbClr val="FFFFFF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Bench</a:t>
            </a:r>
            <a:endParaRPr lang="en-US" sz="7500" dirty="0"/>
          </a:p>
        </p:txBody>
      </p:sp>
      <p:sp>
        <p:nvSpPr>
          <p:cNvPr id="7" name="Shape 3"/>
          <p:cNvSpPr/>
          <p:nvPr/>
        </p:nvSpPr>
        <p:spPr>
          <a:xfrm>
            <a:off x="822960" y="5257800"/>
            <a:ext cx="9326880" cy="36576"/>
          </a:xfrm>
          <a:prstGeom prst="rect">
            <a:avLst/>
          </a:prstGeom>
          <a:solidFill>
            <a:srgbClr val="75CBE9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8" name="Text 4"/>
          <p:cNvSpPr txBox="1"/>
          <p:nvPr/>
        </p:nvSpPr>
        <p:spPr>
          <a:xfrm>
            <a:off x="822960" y="548640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900" b="1" dirty="0">
                <a:solidFill>
                  <a:srgbClr val="8CCBF2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20 OCTOBER 2026</a:t>
            </a:r>
            <a:endParaRPr lang="en-US" sz="49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6336792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Zurich</a:t>
            </a:r>
            <a:endParaRPr lang="en-US" sz="3200" dirty="0"/>
          </a:p>
        </p:txBody>
      </p:sp>
      <p:sp>
        <p:nvSpPr>
          <p:cNvPr id="10" name="Shape 6"/>
          <p:cNvSpPr/>
          <p:nvPr/>
        </p:nvSpPr>
        <p:spPr>
          <a:xfrm>
            <a:off x="822960" y="7315200"/>
            <a:ext cx="9326880" cy="1737360"/>
          </a:xfrm>
          <a:prstGeom prst="roundRect">
            <a:avLst>
              <a:gd name="adj" fmla="val 20000"/>
            </a:avLst>
          </a:prstGeom>
          <a:solidFill>
            <a:srgbClr val="8CCB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7"/>
          <p:cNvSpPr txBox="1"/>
          <p:nvPr/>
        </p:nvSpPr>
        <p:spPr>
          <a:xfrm>
            <a:off x="1261872" y="7558430"/>
            <a:ext cx="8449056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0B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&amp; see the agenda</a:t>
            </a:r>
            <a:endParaRPr lang="en-US" sz="2900" dirty="0"/>
          </a:p>
        </p:txBody>
      </p:sp>
      <p:sp>
        <p:nvSpPr>
          <p:cNvPr id="12" name="Text 8"/>
          <p:cNvSpPr txBox="1"/>
          <p:nvPr/>
        </p:nvSpPr>
        <p:spPr>
          <a:xfrm>
            <a:off x="1261872" y="8114386"/>
            <a:ext cx="8449056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500" b="1" dirty="0">
                <a:solidFill>
                  <a:srgbClr val="0B2554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b2match.com/e/oils2026</a:t>
            </a:r>
            <a:endParaRPr lang="en-US" sz="4500" dirty="0"/>
          </a:p>
        </p:txBody>
      </p:sp>
      <p:sp>
        <p:nvSpPr>
          <p:cNvPr id="13" name="Shape 9"/>
          <p:cNvSpPr/>
          <p:nvPr/>
        </p:nvSpPr>
        <p:spPr>
          <a:xfrm>
            <a:off x="11247120" y="1097280"/>
            <a:ext cx="5486400" cy="7680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CH"/>
          </a:p>
        </p:txBody>
      </p:sp>
      <p:pic>
        <p:nvPicPr>
          <p:cNvPr id="14" name="Image 2" descr="Roch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78640" y="1737360"/>
            <a:ext cx="4023360" cy="2093976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1795760" y="4206240"/>
            <a:ext cx="4389120" cy="36576"/>
          </a:xfrm>
          <a:prstGeom prst="rect">
            <a:avLst/>
          </a:prstGeom>
          <a:solidFill>
            <a:srgbClr val="DBE7F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1"/>
          <p:cNvSpPr txBox="1"/>
          <p:nvPr/>
        </p:nvSpPr>
        <p:spPr>
          <a:xfrm>
            <a:off x="11795760" y="46634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5D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 &amp; site visit</a:t>
            </a:r>
            <a:endParaRPr lang="en-US" sz="3200" dirty="0"/>
          </a:p>
        </p:txBody>
      </p:sp>
      <p:sp>
        <p:nvSpPr>
          <p:cNvPr id="17" name="Text 12"/>
          <p:cNvSpPr txBox="1"/>
          <p:nvPr/>
        </p:nvSpPr>
        <p:spPr>
          <a:xfrm>
            <a:off x="11795760" y="5614416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B2554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Visit Roche</a:t>
            </a:r>
            <a:endParaRPr lang="en-US" sz="4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B2554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in Basel</a:t>
            </a:r>
            <a:endParaRPr lang="en-US" sz="4800" dirty="0"/>
          </a:p>
        </p:txBody>
      </p:sp>
      <p:sp>
        <p:nvSpPr>
          <p:cNvPr id="18" name="Text 13"/>
          <p:cNvSpPr txBox="1"/>
          <p:nvPr/>
        </p:nvSpPr>
        <p:spPr>
          <a:xfrm>
            <a:off x="11795760" y="755843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900" b="1" dirty="0">
                <a:solidFill>
                  <a:srgbClr val="1B5DAA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21 OCTOBER</a:t>
            </a:r>
            <a:endParaRPr lang="en-US" sz="3900" dirty="0"/>
          </a:p>
        </p:txBody>
      </p:sp>
      <p:sp>
        <p:nvSpPr>
          <p:cNvPr id="19" name="QR caption">
            <a:extLst>
              <a:ext uri="{FF2B5EF4-FFF2-40B4-BE49-F238E27FC236}">
                <a16:creationId xmlns:a16="http://schemas.microsoft.com/office/drawing/2014/main" id="{5DD53F5C-3E1E-BB7F-4CA6-0686E6DC06EF}"/>
              </a:ext>
            </a:extLst>
          </p:cNvPr>
          <p:cNvSpPr txBox="1"/>
          <p:nvPr/>
        </p:nvSpPr>
        <p:spPr>
          <a:xfrm>
            <a:off x="7766870" y="3296383"/>
            <a:ext cx="2639716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2800" b="1" spc="223" dirty="0">
                <a:solidFill>
                  <a:schemeClr val="bg1"/>
                </a:solidFill>
                <a:latin typeface="Eurostile"/>
              </a:rPr>
              <a:t>SCAN TO REGISTER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E56E420-E7B5-858A-E1E8-E1CDDE8BE4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6870" y="457200"/>
            <a:ext cx="2639716" cy="26391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38</Words>
  <Application>Microsoft Macintosh PowerPoint</Application>
  <PresentationFormat>Custom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Eurostile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OILS26 ETH screen ad</dc:title>
  <dc:subject>PptxGenJS Presentation</dc:subject>
  <dc:creator>PptxGenJS</dc:creator>
  <cp:lastModifiedBy>Milton Fernando Villegas Villegas</cp:lastModifiedBy>
  <cp:revision>2</cp:revision>
  <dcterms:created xsi:type="dcterms:W3CDTF">2026-10-06T20:10:11Z</dcterms:created>
  <dcterms:modified xsi:type="dcterms:W3CDTF">2026-10-06T20:20:56Z</dcterms:modified>
</cp:coreProperties>
</file>