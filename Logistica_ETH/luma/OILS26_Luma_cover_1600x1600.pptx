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14630400"/>
  <p:notesSz cx="146304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ILS pattern backgrou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4630400" cy="14630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4630400"/>
          </a:xfrm>
          <a:prstGeom prst="rect">
            <a:avLst/>
          </a:prstGeom>
          <a:solidFill>
            <a:srgbClr val="061433">
              <a:alpha val="30000"/>
            </a:srgbClr>
          </a:solidFill>
          <a:ln/>
        </p:spPr>
      </p:sp>
      <p:pic>
        <p:nvPicPr>
          <p:cNvPr id="4" name="Image 1" descr="OIL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3840480" cy="171907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97280" y="3154680"/>
            <a:ext cx="1243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12" b="1" dirty="0">
                <a:solidFill>
                  <a:srgbClr val="8CC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#OILS26 Conference</a:t>
            </a:r>
            <a:endParaRPr lang="en-US" sz="3312" dirty="0"/>
          </a:p>
        </p:txBody>
      </p:sp>
      <p:sp>
        <p:nvSpPr>
          <p:cNvPr id="6" name="Text 2"/>
          <p:cNvSpPr txBox="1"/>
          <p:nvPr/>
        </p:nvSpPr>
        <p:spPr>
          <a:xfrm>
            <a:off x="1097280" y="3749040"/>
            <a:ext cx="12435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680" b="1" dirty="0">
                <a:solidFill>
                  <a:srgbClr val="FFFFFF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From Bit</a:t>
            </a:r>
            <a:endParaRPr lang="en-US" sz="136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680" b="1" dirty="0">
                <a:solidFill>
                  <a:srgbClr val="FFFFFF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to Bench</a:t>
            </a:r>
            <a:endParaRPr lang="en-US" sz="13680" dirty="0"/>
          </a:p>
        </p:txBody>
      </p:sp>
      <p:sp>
        <p:nvSpPr>
          <p:cNvPr id="7" name="Text 3"/>
          <p:cNvSpPr txBox="1"/>
          <p:nvPr/>
        </p:nvSpPr>
        <p:spPr>
          <a:xfrm>
            <a:off x="1097280" y="7772400"/>
            <a:ext cx="1243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888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Shaping sust</a:t>
            </a:r>
            <a:pPr indent="0" marL="0">
              <a:lnSpc>
                <a:spcPct val="100000"/>
              </a:lnSpc>
              <a:buNone/>
            </a:pPr>
            <a:r>
              <a:rPr lang="en-US" sz="3888" b="1" dirty="0">
                <a:solidFill>
                  <a:srgbClr val="8CC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indent="0" marL="0">
              <a:lnSpc>
                <a:spcPct val="100000"/>
              </a:lnSpc>
              <a:buNone/>
            </a:pPr>
            <a:r>
              <a:rPr lang="en-US" sz="3888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nable &amp; ethical</a:t>
            </a:r>
            <a:endParaRPr lang="en-US" sz="3888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88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in life sciences</a:t>
            </a:r>
            <a:endParaRPr lang="en-US" sz="3888" dirty="0"/>
          </a:p>
        </p:txBody>
      </p:sp>
      <p:sp>
        <p:nvSpPr>
          <p:cNvPr id="8" name="Shape 4"/>
          <p:cNvSpPr/>
          <p:nvPr/>
        </p:nvSpPr>
        <p:spPr>
          <a:xfrm>
            <a:off x="1097280" y="9418320"/>
            <a:ext cx="12435840" cy="36576"/>
          </a:xfrm>
          <a:prstGeom prst="rect">
            <a:avLst/>
          </a:prstGeom>
          <a:solidFill>
            <a:srgbClr val="75CBE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1097280" y="9738360"/>
            <a:ext cx="1243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8CCBF2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20 OCTOBER 2026</a:t>
            </a:r>
            <a:endParaRPr lang="en-US" sz="7200" dirty="0"/>
          </a:p>
        </p:txBody>
      </p:sp>
      <p:sp>
        <p:nvSpPr>
          <p:cNvPr id="10" name="Text 6"/>
          <p:cNvSpPr txBox="1"/>
          <p:nvPr/>
        </p:nvSpPr>
        <p:spPr>
          <a:xfrm>
            <a:off x="1097280" y="10881360"/>
            <a:ext cx="1243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24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ZURICH, SWITZERLAND</a:t>
            </a:r>
            <a:endParaRPr lang="en-US" sz="3024" dirty="0"/>
          </a:p>
        </p:txBody>
      </p:sp>
      <p:sp>
        <p:nvSpPr>
          <p:cNvPr id="11" name="Shape 7"/>
          <p:cNvSpPr/>
          <p:nvPr/>
        </p:nvSpPr>
        <p:spPr>
          <a:xfrm>
            <a:off x="1097280" y="11795760"/>
            <a:ext cx="12435840" cy="192024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/>
        </p:spPr>
      </p:sp>
      <p:pic>
        <p:nvPicPr>
          <p:cNvPr id="12" name="Image 2" descr="Roche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2207240"/>
            <a:ext cx="2286000" cy="118872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114800" y="12115800"/>
            <a:ext cx="27432" cy="1280160"/>
          </a:xfrm>
          <a:prstGeom prst="rect">
            <a:avLst/>
          </a:prstGeom>
          <a:solidFill>
            <a:srgbClr val="DBE7F4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4480560" y="1214323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16" b="1" spc="100" kern="0" dirty="0">
                <a:solidFill>
                  <a:srgbClr val="1B5D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 SITE VISIT  |  WEDNESDAY 21 OCTOBER</a:t>
            </a:r>
            <a:endParaRPr lang="en-US" sz="2016" dirty="0"/>
          </a:p>
        </p:txBody>
      </p:sp>
      <p:sp>
        <p:nvSpPr>
          <p:cNvPr id="15" name="Text 10"/>
          <p:cNvSpPr txBox="1"/>
          <p:nvPr/>
        </p:nvSpPr>
        <p:spPr>
          <a:xfrm>
            <a:off x="4480560" y="12545568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752" b="1" dirty="0">
                <a:solidFill>
                  <a:srgbClr val="0B2554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Visit Roche in Basel</a:t>
            </a:r>
            <a:endParaRPr lang="en-US" sz="4752" dirty="0"/>
          </a:p>
        </p:txBody>
      </p:sp>
      <p:sp>
        <p:nvSpPr>
          <p:cNvPr id="16" name="Text 11"/>
          <p:cNvSpPr txBox="1"/>
          <p:nvPr/>
        </p:nvSpPr>
        <p:spPr>
          <a:xfrm>
            <a:off x="4480560" y="1325880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60" dirty="0">
                <a:solidFill>
                  <a:srgbClr val="0B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places. Express interest by 15 October.</a:t>
            </a:r>
            <a:endParaRPr lang="en-US" sz="21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OILS26 Luma cover</dc:title>
  <dc:subject>PptxGenJS Presentation</dc:subject>
  <dc:creator>PptxGenJS</dc:creator>
  <cp:lastModifiedBy>PptxGenJS</cp:lastModifiedBy>
  <cp:revision>1</cp:revision>
  <dcterms:created xsi:type="dcterms:W3CDTF">2026-10-07T08:29:05Z</dcterms:created>
  <dcterms:modified xsi:type="dcterms:W3CDTF">2026-10-07T08:29:06Z</dcterms:modified>
</cp:coreProperties>
</file>