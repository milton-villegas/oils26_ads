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14630400"/>
  <p:notesSz cx="146304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ILS pattern backgrou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4630400" cy="1463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4630400"/>
          </a:xfrm>
          <a:prstGeom prst="rect">
            <a:avLst/>
          </a:prstGeom>
          <a:solidFill>
            <a:srgbClr val="061433">
              <a:alpha val="30000"/>
            </a:srgbClr>
          </a:solidFill>
          <a:ln/>
        </p:spPr>
      </p:sp>
      <p:pic>
        <p:nvPicPr>
          <p:cNvPr id="4" name="Image 1" descr="OIL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22960"/>
            <a:ext cx="3474720" cy="1554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97280" y="2651760"/>
            <a:ext cx="1243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68" b="1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#OILS26 Conference</a:t>
            </a:r>
            <a:endParaRPr lang="en-US" sz="3168" dirty="0"/>
          </a:p>
        </p:txBody>
      </p:sp>
      <p:sp>
        <p:nvSpPr>
          <p:cNvPr id="6" name="Text 2"/>
          <p:cNvSpPr txBox="1"/>
          <p:nvPr/>
        </p:nvSpPr>
        <p:spPr>
          <a:xfrm>
            <a:off x="1097280" y="3154680"/>
            <a:ext cx="12435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816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From Bit</a:t>
            </a:r>
            <a:endParaRPr lang="en-US" sz="12816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816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to Bench</a:t>
            </a:r>
            <a:endParaRPr lang="en-US" sz="12816" dirty="0"/>
          </a:p>
        </p:txBody>
      </p:sp>
      <p:sp>
        <p:nvSpPr>
          <p:cNvPr id="7" name="Text 3"/>
          <p:cNvSpPr txBox="1"/>
          <p:nvPr/>
        </p:nvSpPr>
        <p:spPr>
          <a:xfrm>
            <a:off x="1097280" y="6876288"/>
            <a:ext cx="1243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56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 sust</a:t>
            </a:r>
            <a:pPr indent="0" marL="0">
              <a:lnSpc>
                <a:spcPct val="100000"/>
              </a:lnSpc>
              <a:buNone/>
            </a:pPr>
            <a:r>
              <a:rPr lang="en-US" sz="3456" b="1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indent="0" marL="0">
              <a:lnSpc>
                <a:spcPct val="100000"/>
              </a:lnSpc>
              <a:buNone/>
            </a:pPr>
            <a:r>
              <a:rPr lang="en-US" sz="3456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nable &amp; ethical</a:t>
            </a:r>
            <a:endParaRPr lang="en-US" sz="3456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56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 life sciences</a:t>
            </a:r>
            <a:endParaRPr lang="en-US" sz="3456" dirty="0"/>
          </a:p>
        </p:txBody>
      </p:sp>
      <p:sp>
        <p:nvSpPr>
          <p:cNvPr id="8" name="Shape 4"/>
          <p:cNvSpPr/>
          <p:nvPr/>
        </p:nvSpPr>
        <p:spPr>
          <a:xfrm>
            <a:off x="1097280" y="8229600"/>
            <a:ext cx="12435840" cy="36576"/>
          </a:xfrm>
          <a:prstGeom prst="rect">
            <a:avLst/>
          </a:prstGeom>
          <a:solidFill>
            <a:srgbClr val="75CBE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097280" y="8503920"/>
            <a:ext cx="1243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68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20 OCTOBER 2026</a:t>
            </a:r>
            <a:endParaRPr lang="en-US" sz="6768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9555480"/>
            <a:ext cx="1243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36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ZURICH, SWITZERLAND</a:t>
            </a:r>
            <a:endParaRPr lang="en-US" sz="2736" dirty="0"/>
          </a:p>
        </p:txBody>
      </p:sp>
      <p:sp>
        <p:nvSpPr>
          <p:cNvPr id="11" name="Shape 7"/>
          <p:cNvSpPr/>
          <p:nvPr/>
        </p:nvSpPr>
        <p:spPr>
          <a:xfrm>
            <a:off x="1097280" y="10287000"/>
            <a:ext cx="12435840" cy="18288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/>
        </p:spPr>
      </p:sp>
      <p:pic>
        <p:nvPicPr>
          <p:cNvPr id="12" name="Image 2" descr="Roche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0607040"/>
            <a:ext cx="2286000" cy="11887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114800" y="10515600"/>
            <a:ext cx="27432" cy="1280160"/>
          </a:xfrm>
          <a:prstGeom prst="rect">
            <a:avLst/>
          </a:prstGeom>
          <a:solidFill>
            <a:srgbClr val="DBE7F4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4480560" y="1053388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16" b="1" spc="100" kern="0" dirty="0">
                <a:solidFill>
                  <a:srgbClr val="1B5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 SITE VISIT  |  WEDNESDAY 21 OCTOBER</a:t>
            </a:r>
            <a:endParaRPr lang="en-US" sz="2016" dirty="0"/>
          </a:p>
        </p:txBody>
      </p:sp>
      <p:sp>
        <p:nvSpPr>
          <p:cNvPr id="15" name="Text 10"/>
          <p:cNvSpPr txBox="1"/>
          <p:nvPr/>
        </p:nvSpPr>
        <p:spPr>
          <a:xfrm>
            <a:off x="4480560" y="1093622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752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Visit Roche in Basel</a:t>
            </a:r>
            <a:endParaRPr lang="en-US" sz="4752" dirty="0"/>
          </a:p>
        </p:txBody>
      </p:sp>
      <p:sp>
        <p:nvSpPr>
          <p:cNvPr id="16" name="Text 11"/>
          <p:cNvSpPr txBox="1"/>
          <p:nvPr/>
        </p:nvSpPr>
        <p:spPr>
          <a:xfrm>
            <a:off x="4480560" y="11631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dirty="0">
                <a:solidFill>
                  <a:srgbClr val="0B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places. Express interest by 15 October.</a:t>
            </a:r>
            <a:endParaRPr lang="en-US" sz="2160" dirty="0"/>
          </a:p>
        </p:txBody>
      </p:sp>
      <p:sp>
        <p:nvSpPr>
          <p:cNvPr id="17" name="Shape 12"/>
          <p:cNvSpPr/>
          <p:nvPr/>
        </p:nvSpPr>
        <p:spPr>
          <a:xfrm>
            <a:off x="0" y="12527280"/>
            <a:ext cx="146304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097280" y="12673584"/>
            <a:ext cx="1243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b="1" spc="300" kern="0" dirty="0">
                <a:solidFill>
                  <a:srgbClr val="1B5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 &amp; PARTNERS</a:t>
            </a:r>
            <a:endParaRPr lang="en-US" sz="1440" dirty="0"/>
          </a:p>
        </p:txBody>
      </p:sp>
      <p:pic>
        <p:nvPicPr>
          <p:cNvPr id="19" name="Image 3" descr="roch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750" y="12958877"/>
            <a:ext cx="1294228" cy="672998"/>
          </a:xfrm>
          <a:prstGeom prst="rect">
            <a:avLst/>
          </a:prstGeom>
        </p:spPr>
      </p:pic>
      <p:pic>
        <p:nvPicPr>
          <p:cNvPr id="20" name="Image 4" descr="microsynt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68" y="13027002"/>
            <a:ext cx="1938528" cy="536747"/>
          </a:xfrm>
          <a:prstGeom prst="rect">
            <a:avLst/>
          </a:prstGeom>
        </p:spPr>
      </p:pic>
      <p:pic>
        <p:nvPicPr>
          <p:cNvPr id="21" name="Image 5" descr="weseman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13108631"/>
            <a:ext cx="1938528" cy="373490"/>
          </a:xfrm>
          <a:prstGeom prst="rect">
            <a:avLst/>
          </a:prstGeom>
        </p:spPr>
      </p:pic>
      <p:pic>
        <p:nvPicPr>
          <p:cNvPr id="22" name="Image 6" descr="innovation_zuric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104" y="13064570"/>
            <a:ext cx="1938528" cy="461612"/>
          </a:xfrm>
          <a:prstGeom prst="rect">
            <a:avLst/>
          </a:prstGeom>
        </p:spPr>
      </p:pic>
      <p:pic>
        <p:nvPicPr>
          <p:cNvPr id="23" name="Image 7" descr="nucleat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0272" y="13160285"/>
            <a:ext cx="1938528" cy="270182"/>
          </a:xfrm>
          <a:prstGeom prst="rect">
            <a:avLst/>
          </a:prstGeom>
        </p:spPr>
      </p:pic>
      <p:pic>
        <p:nvPicPr>
          <p:cNvPr id="24" name="Image 8" descr="company_of_biologist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4507" y="13683082"/>
            <a:ext cx="1354506" cy="760781"/>
          </a:xfrm>
          <a:prstGeom prst="rect">
            <a:avLst/>
          </a:prstGeom>
        </p:spPr>
      </p:pic>
      <p:pic>
        <p:nvPicPr>
          <p:cNvPr id="25" name="Image 9" descr="lsz_busines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5352" y="13741603"/>
            <a:ext cx="1990736" cy="643738"/>
          </a:xfrm>
          <a:prstGeom prst="rect">
            <a:avLst/>
          </a:prstGeom>
        </p:spPr>
      </p:pic>
      <p:pic>
        <p:nvPicPr>
          <p:cNvPr id="26" name="Image 10" descr="kanton_zurich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1902" y="13624560"/>
            <a:ext cx="2515555" cy="877824"/>
          </a:xfrm>
          <a:prstGeom prst="rect">
            <a:avLst/>
          </a:prstGeom>
        </p:spPr>
      </p:pic>
      <p:pic>
        <p:nvPicPr>
          <p:cNvPr id="27" name="Image 11" descr="eth_alumni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98480" y="13863400"/>
            <a:ext cx="2560320" cy="4001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OILS26 Luma cover</dc:title>
  <dc:subject>PptxGenJS Presentation</dc:subject>
  <dc:creator>PptxGenJS</dc:creator>
  <cp:lastModifiedBy>PptxGenJS</cp:lastModifiedBy>
  <cp:revision>1</cp:revision>
  <dcterms:created xsi:type="dcterms:W3CDTF">2026-10-07T08:55:41Z</dcterms:created>
  <dcterms:modified xsi:type="dcterms:W3CDTF">2026-10-07T08:55:41Z</dcterms:modified>
</cp:coreProperties>
</file>