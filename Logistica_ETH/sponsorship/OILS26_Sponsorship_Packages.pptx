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7556480" cy="9875520"/>
  <p:notesSz cx="9875520" cy="1755648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ILS pattern backg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7556480" cy="9875520"/>
          </a:xfrm>
          <a:prstGeom prst="rect">
            <a:avLst/>
          </a:prstGeom>
          <a:solidFill>
            <a:srgbClr val="061433">
              <a:alpha val="78000"/>
            </a:srgbClr>
          </a:solidFill>
          <a:ln/>
        </p:spPr>
      </p:sp>
      <p:pic>
        <p:nvPicPr>
          <p:cNvPr id="4" name="Image 1" descr="OIL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38912"/>
            <a:ext cx="2103120" cy="9418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200400" y="329184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72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How to support us </a:t>
            </a:r>
            <a:pPr indent="0" marL="0">
              <a:buNone/>
            </a:pPr>
            <a:r>
              <a:rPr lang="en-US" sz="5472" b="1" dirty="0">
                <a:solidFill>
                  <a:srgbClr val="8CCBF2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#OILS26</a:t>
            </a:r>
            <a:endParaRPr lang="en-US" sz="5472" dirty="0"/>
          </a:p>
        </p:txBody>
      </p:sp>
      <p:sp>
        <p:nvSpPr>
          <p:cNvPr id="6" name="Text 2"/>
          <p:cNvSpPr/>
          <p:nvPr/>
        </p:nvSpPr>
        <p:spPr>
          <a:xfrm>
            <a:off x="3218688" y="118872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6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Sponsorship packages</a:t>
            </a:r>
            <a:endParaRPr lang="en-US" sz="2160" dirty="0"/>
          </a:p>
        </p:txBody>
      </p:sp>
      <p:sp>
        <p:nvSpPr>
          <p:cNvPr id="7" name="Text 3"/>
          <p:cNvSpPr/>
          <p:nvPr/>
        </p:nvSpPr>
        <p:spPr>
          <a:xfrm>
            <a:off x="731520" y="9418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spc="200" kern="0" dirty="0">
                <a:solidFill>
                  <a:srgbClr val="8C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OILS26  |  20 OCTOBER 2026  |  UNIVERSITY OF ZURICH</a:t>
            </a:r>
            <a:endParaRPr lang="en-US" sz="1440" dirty="0"/>
          </a:p>
        </p:txBody>
      </p:sp>
      <p:sp>
        <p:nvSpPr>
          <p:cNvPr id="8" name="Shape 4"/>
          <p:cNvSpPr/>
          <p:nvPr/>
        </p:nvSpPr>
        <p:spPr>
          <a:xfrm>
            <a:off x="10104120" y="1737360"/>
            <a:ext cx="1645920" cy="950976"/>
          </a:xfrm>
          <a:prstGeom prst="round2SameRect">
            <a:avLst/>
          </a:prstGeom>
          <a:solidFill>
            <a:srgbClr val="C9D6EC"/>
          </a:solidFill>
          <a:ln/>
        </p:spPr>
      </p:sp>
      <p:sp>
        <p:nvSpPr>
          <p:cNvPr id="9" name="Text 5"/>
          <p:cNvSpPr/>
          <p:nvPr/>
        </p:nvSpPr>
        <p:spPr>
          <a:xfrm>
            <a:off x="10104120" y="1737360"/>
            <a:ext cx="16459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Silver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800</a:t>
            </a:r>
            <a:endParaRPr lang="en-US" sz="2448" dirty="0"/>
          </a:p>
        </p:txBody>
      </p:sp>
      <p:sp>
        <p:nvSpPr>
          <p:cNvPr id="10" name="Shape 6"/>
          <p:cNvSpPr/>
          <p:nvPr/>
        </p:nvSpPr>
        <p:spPr>
          <a:xfrm>
            <a:off x="11786616" y="1737360"/>
            <a:ext cx="1645920" cy="950976"/>
          </a:xfrm>
          <a:prstGeom prst="round2SameRect">
            <a:avLst/>
          </a:prstGeom>
          <a:solidFill>
            <a:srgbClr val="E3B94A"/>
          </a:solidFill>
          <a:ln/>
        </p:spPr>
      </p:sp>
      <p:sp>
        <p:nvSpPr>
          <p:cNvPr id="11" name="Text 7"/>
          <p:cNvSpPr/>
          <p:nvPr/>
        </p:nvSpPr>
        <p:spPr>
          <a:xfrm>
            <a:off x="11786616" y="1737360"/>
            <a:ext cx="16459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2B1F00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Gold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1600</a:t>
            </a:r>
            <a:endParaRPr lang="en-US" sz="2448" dirty="0"/>
          </a:p>
        </p:txBody>
      </p:sp>
      <p:sp>
        <p:nvSpPr>
          <p:cNvPr id="12" name="Shape 8"/>
          <p:cNvSpPr/>
          <p:nvPr/>
        </p:nvSpPr>
        <p:spPr>
          <a:xfrm>
            <a:off x="13469112" y="1737360"/>
            <a:ext cx="1645920" cy="950976"/>
          </a:xfrm>
          <a:prstGeom prst="round2SameRect">
            <a:avLst/>
          </a:prstGeom>
          <a:solidFill>
            <a:srgbClr val="9AA9C2"/>
          </a:solidFill>
          <a:ln/>
        </p:spPr>
      </p:sp>
      <p:sp>
        <p:nvSpPr>
          <p:cNvPr id="13" name="Text 9"/>
          <p:cNvSpPr/>
          <p:nvPr/>
        </p:nvSpPr>
        <p:spPr>
          <a:xfrm>
            <a:off x="13469112" y="1737360"/>
            <a:ext cx="16459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0B1B3A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Platinum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3000</a:t>
            </a:r>
            <a:endParaRPr lang="en-US" sz="2448" dirty="0"/>
          </a:p>
        </p:txBody>
      </p:sp>
      <p:sp>
        <p:nvSpPr>
          <p:cNvPr id="14" name="Shape 10"/>
          <p:cNvSpPr/>
          <p:nvPr/>
        </p:nvSpPr>
        <p:spPr>
          <a:xfrm>
            <a:off x="15151608" y="1737360"/>
            <a:ext cx="1645920" cy="950976"/>
          </a:xfrm>
          <a:prstGeom prst="round2SameRect">
            <a:avLst/>
          </a:prstGeom>
          <a:solidFill>
            <a:srgbClr val="8CCBF2"/>
          </a:solidFill>
          <a:ln/>
        </p:spPr>
      </p:sp>
      <p:sp>
        <p:nvSpPr>
          <p:cNvPr id="15" name="Text 11"/>
          <p:cNvSpPr/>
          <p:nvPr/>
        </p:nvSpPr>
        <p:spPr>
          <a:xfrm>
            <a:off x="15151608" y="1737360"/>
            <a:ext cx="16459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06254E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Plus</a:t>
            </a:r>
            <a:endParaRPr lang="en-US" sz="2448" dirty="0"/>
          </a:p>
          <a:p>
            <a:pPr algn="ctr" indent="0" marL="0">
              <a:buNone/>
            </a:pPr>
            <a:r>
              <a:rPr lang="en-US" sz="1656" b="1" dirty="0">
                <a:solidFill>
                  <a:srgbClr val="062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CHF 1000</a:t>
            </a:r>
            <a:endParaRPr lang="en-US" sz="2448" dirty="0"/>
          </a:p>
        </p:txBody>
      </p:sp>
      <p:sp>
        <p:nvSpPr>
          <p:cNvPr id="16" name="Shape 12"/>
          <p:cNvSpPr/>
          <p:nvPr/>
        </p:nvSpPr>
        <p:spPr>
          <a:xfrm>
            <a:off x="731520" y="2743200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1042416" y="274320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conference website, online flyers, posters, opening slides and printed materials</a:t>
            </a:r>
            <a:endParaRPr lang="en-US" sz="1656" dirty="0"/>
          </a:p>
        </p:txBody>
      </p:sp>
      <p:sp>
        <p:nvSpPr>
          <p:cNvPr id="18" name="Shape 14"/>
          <p:cNvSpPr/>
          <p:nvPr/>
        </p:nvSpPr>
        <p:spPr>
          <a:xfrm>
            <a:off x="10104120" y="2743200"/>
            <a:ext cx="1645920" cy="621792"/>
          </a:xfrm>
          <a:prstGeom prst="rect">
            <a:avLst/>
          </a:prstGeom>
          <a:solidFill>
            <a:srgbClr val="C9D6EC">
              <a:alpha val="20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0735056" y="2862072"/>
            <a:ext cx="384048" cy="384048"/>
          </a:xfrm>
          <a:prstGeom prst="ellipse">
            <a:avLst/>
          </a:prstGeom>
          <a:solidFill>
            <a:srgbClr val="C9D6EC"/>
          </a:solidFill>
          <a:ln/>
        </p:spPr>
      </p:sp>
      <p:sp>
        <p:nvSpPr>
          <p:cNvPr id="20" name="Text 16"/>
          <p:cNvSpPr/>
          <p:nvPr/>
        </p:nvSpPr>
        <p:spPr>
          <a:xfrm>
            <a:off x="1073505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21" name="Shape 17"/>
          <p:cNvSpPr/>
          <p:nvPr/>
        </p:nvSpPr>
        <p:spPr>
          <a:xfrm>
            <a:off x="11786616" y="2743200"/>
            <a:ext cx="1645920" cy="62179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2417552" y="2862072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23" name="Text 19"/>
          <p:cNvSpPr/>
          <p:nvPr/>
        </p:nvSpPr>
        <p:spPr>
          <a:xfrm>
            <a:off x="124175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24" name="Shape 20"/>
          <p:cNvSpPr/>
          <p:nvPr/>
        </p:nvSpPr>
        <p:spPr>
          <a:xfrm>
            <a:off x="13469112" y="2743200"/>
            <a:ext cx="1645920" cy="62179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14100048" y="2862072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26" name="Text 22"/>
          <p:cNvSpPr/>
          <p:nvPr/>
        </p:nvSpPr>
        <p:spPr>
          <a:xfrm>
            <a:off x="14100048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27" name="Shape 23"/>
          <p:cNvSpPr/>
          <p:nvPr/>
        </p:nvSpPr>
        <p:spPr>
          <a:xfrm>
            <a:off x="731520" y="3401568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8" name="Text 24"/>
          <p:cNvSpPr/>
          <p:nvPr/>
        </p:nvSpPr>
        <p:spPr>
          <a:xfrm>
            <a:off x="1042416" y="3401568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the b2match platform: participant marketplace and 1:1 meetings with conference attendees</a:t>
            </a:r>
            <a:endParaRPr lang="en-US" sz="1656" dirty="0"/>
          </a:p>
        </p:txBody>
      </p:sp>
      <p:sp>
        <p:nvSpPr>
          <p:cNvPr id="29" name="Shape 25"/>
          <p:cNvSpPr/>
          <p:nvPr/>
        </p:nvSpPr>
        <p:spPr>
          <a:xfrm>
            <a:off x="10104120" y="3401568"/>
            <a:ext cx="1645920" cy="621792"/>
          </a:xfrm>
          <a:prstGeom prst="rect">
            <a:avLst/>
          </a:prstGeom>
          <a:solidFill>
            <a:srgbClr val="C9D6EC">
              <a:alpha val="20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10735056" y="3520440"/>
            <a:ext cx="384048" cy="384048"/>
          </a:xfrm>
          <a:prstGeom prst="ellipse">
            <a:avLst/>
          </a:prstGeom>
          <a:solidFill>
            <a:srgbClr val="C9D6EC"/>
          </a:solidFill>
          <a:ln/>
        </p:spPr>
      </p:sp>
      <p:sp>
        <p:nvSpPr>
          <p:cNvPr id="31" name="Text 27"/>
          <p:cNvSpPr/>
          <p:nvPr/>
        </p:nvSpPr>
        <p:spPr>
          <a:xfrm>
            <a:off x="10735056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32" name="Shape 28"/>
          <p:cNvSpPr/>
          <p:nvPr/>
        </p:nvSpPr>
        <p:spPr>
          <a:xfrm>
            <a:off x="11786616" y="3401568"/>
            <a:ext cx="1645920" cy="62179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12417552" y="3520440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34" name="Text 30"/>
          <p:cNvSpPr/>
          <p:nvPr/>
        </p:nvSpPr>
        <p:spPr>
          <a:xfrm>
            <a:off x="12417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35" name="Shape 31"/>
          <p:cNvSpPr/>
          <p:nvPr/>
        </p:nvSpPr>
        <p:spPr>
          <a:xfrm>
            <a:off x="13469112" y="3401568"/>
            <a:ext cx="1645920" cy="62179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14100048" y="3520440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37" name="Text 33"/>
          <p:cNvSpPr/>
          <p:nvPr/>
        </p:nvSpPr>
        <p:spPr>
          <a:xfrm>
            <a:off x="14100048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38" name="Shape 34"/>
          <p:cNvSpPr/>
          <p:nvPr/>
        </p:nvSpPr>
        <p:spPr>
          <a:xfrm>
            <a:off x="731520" y="4059936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39" name="Text 35"/>
          <p:cNvSpPr/>
          <p:nvPr/>
        </p:nvSpPr>
        <p:spPr>
          <a:xfrm>
            <a:off x="1042416" y="4059936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company promotion talk at Networking Apero</a:t>
            </a:r>
            <a:endParaRPr lang="en-US" sz="1656" dirty="0"/>
          </a:p>
        </p:txBody>
      </p:sp>
      <p:sp>
        <p:nvSpPr>
          <p:cNvPr id="40" name="Shape 36"/>
          <p:cNvSpPr/>
          <p:nvPr/>
        </p:nvSpPr>
        <p:spPr>
          <a:xfrm>
            <a:off x="11786616" y="4059936"/>
            <a:ext cx="1645920" cy="62179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12417552" y="4178808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42" name="Text 38"/>
          <p:cNvSpPr/>
          <p:nvPr/>
        </p:nvSpPr>
        <p:spPr>
          <a:xfrm>
            <a:off x="12417552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43" name="Shape 39"/>
          <p:cNvSpPr/>
          <p:nvPr/>
        </p:nvSpPr>
        <p:spPr>
          <a:xfrm>
            <a:off x="13469112" y="4059936"/>
            <a:ext cx="1645920" cy="62179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14100048" y="4178808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45" name="Text 41"/>
          <p:cNvSpPr/>
          <p:nvPr/>
        </p:nvSpPr>
        <p:spPr>
          <a:xfrm>
            <a:off x="14100048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46" name="Shape 42"/>
          <p:cNvSpPr/>
          <p:nvPr/>
        </p:nvSpPr>
        <p:spPr>
          <a:xfrm>
            <a:off x="731520" y="4718304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47" name="Text 43"/>
          <p:cNvSpPr/>
          <p:nvPr/>
        </p:nvSpPr>
        <p:spPr>
          <a:xfrm>
            <a:off x="1042416" y="4718304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advertising 1x month prior to conference (LinkedIn/X)</a:t>
            </a:r>
            <a:endParaRPr lang="en-US" sz="1656" dirty="0"/>
          </a:p>
        </p:txBody>
      </p:sp>
      <p:sp>
        <p:nvSpPr>
          <p:cNvPr id="48" name="Shape 44"/>
          <p:cNvSpPr/>
          <p:nvPr/>
        </p:nvSpPr>
        <p:spPr>
          <a:xfrm>
            <a:off x="11786616" y="4718304"/>
            <a:ext cx="1645920" cy="621792"/>
          </a:xfrm>
          <a:prstGeom prst="rect">
            <a:avLst/>
          </a:prstGeom>
          <a:solidFill>
            <a:srgbClr val="E3B94A">
              <a:alpha val="20000"/>
            </a:srgbClr>
          </a:solidFill>
          <a:ln/>
        </p:spPr>
      </p:sp>
      <p:sp>
        <p:nvSpPr>
          <p:cNvPr id="49" name="Shape 45"/>
          <p:cNvSpPr/>
          <p:nvPr/>
        </p:nvSpPr>
        <p:spPr>
          <a:xfrm>
            <a:off x="12417552" y="4837176"/>
            <a:ext cx="384048" cy="384048"/>
          </a:xfrm>
          <a:prstGeom prst="ellipse">
            <a:avLst/>
          </a:prstGeom>
          <a:solidFill>
            <a:srgbClr val="E3B94A"/>
          </a:solidFill>
          <a:ln/>
        </p:spPr>
      </p:sp>
      <p:sp>
        <p:nvSpPr>
          <p:cNvPr id="50" name="Text 46"/>
          <p:cNvSpPr/>
          <p:nvPr/>
        </p:nvSpPr>
        <p:spPr>
          <a:xfrm>
            <a:off x="12417552" y="4837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2B1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51" name="Shape 47"/>
          <p:cNvSpPr/>
          <p:nvPr/>
        </p:nvSpPr>
        <p:spPr>
          <a:xfrm>
            <a:off x="731520" y="5376672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2" name="Text 48"/>
          <p:cNvSpPr/>
          <p:nvPr/>
        </p:nvSpPr>
        <p:spPr>
          <a:xfrm>
            <a:off x="1042416" y="5376672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advertising 2x month prior to conference (LinkedIn/X)</a:t>
            </a:r>
            <a:endParaRPr lang="en-US" sz="1656" dirty="0"/>
          </a:p>
        </p:txBody>
      </p:sp>
      <p:sp>
        <p:nvSpPr>
          <p:cNvPr id="53" name="Shape 49"/>
          <p:cNvSpPr/>
          <p:nvPr/>
        </p:nvSpPr>
        <p:spPr>
          <a:xfrm>
            <a:off x="13469112" y="5376672"/>
            <a:ext cx="1645920" cy="62179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54" name="Shape 50"/>
          <p:cNvSpPr/>
          <p:nvPr/>
        </p:nvSpPr>
        <p:spPr>
          <a:xfrm>
            <a:off x="14100048" y="5495544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55" name="Text 51"/>
          <p:cNvSpPr/>
          <p:nvPr/>
        </p:nvSpPr>
        <p:spPr>
          <a:xfrm>
            <a:off x="14100048" y="5495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56" name="Shape 52"/>
          <p:cNvSpPr/>
          <p:nvPr/>
        </p:nvSpPr>
        <p:spPr>
          <a:xfrm>
            <a:off x="731520" y="6035040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57" name="Text 53"/>
          <p:cNvSpPr/>
          <p:nvPr/>
        </p:nvSpPr>
        <p:spPr>
          <a:xfrm>
            <a:off x="1042416" y="603504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marketing to share company’s content to attendees</a:t>
            </a:r>
            <a:endParaRPr lang="en-US" sz="1656" dirty="0"/>
          </a:p>
        </p:txBody>
      </p:sp>
      <p:sp>
        <p:nvSpPr>
          <p:cNvPr id="58" name="Shape 54"/>
          <p:cNvSpPr/>
          <p:nvPr/>
        </p:nvSpPr>
        <p:spPr>
          <a:xfrm>
            <a:off x="13469112" y="6035040"/>
            <a:ext cx="1645920" cy="62179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59" name="Shape 55"/>
          <p:cNvSpPr/>
          <p:nvPr/>
        </p:nvSpPr>
        <p:spPr>
          <a:xfrm>
            <a:off x="14100048" y="6153912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60" name="Text 56"/>
          <p:cNvSpPr/>
          <p:nvPr/>
        </p:nvSpPr>
        <p:spPr>
          <a:xfrm>
            <a:off x="14100048" y="6153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61" name="Shape 57"/>
          <p:cNvSpPr/>
          <p:nvPr/>
        </p:nvSpPr>
        <p:spPr>
          <a:xfrm>
            <a:off x="731520" y="6693408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2" name="Text 58"/>
          <p:cNvSpPr/>
          <p:nvPr/>
        </p:nvSpPr>
        <p:spPr>
          <a:xfrm>
            <a:off x="1042416" y="6693408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prominent logo on all printed material</a:t>
            </a:r>
            <a:endParaRPr lang="en-US" sz="1656" dirty="0"/>
          </a:p>
        </p:txBody>
      </p:sp>
      <p:sp>
        <p:nvSpPr>
          <p:cNvPr id="63" name="Shape 59"/>
          <p:cNvSpPr/>
          <p:nvPr/>
        </p:nvSpPr>
        <p:spPr>
          <a:xfrm>
            <a:off x="13469112" y="6693408"/>
            <a:ext cx="1645920" cy="621792"/>
          </a:xfrm>
          <a:prstGeom prst="rect">
            <a:avLst/>
          </a:prstGeom>
          <a:solidFill>
            <a:srgbClr val="9AA9C2">
              <a:alpha val="20000"/>
            </a:srgbClr>
          </a:solidFill>
          <a:ln/>
        </p:spPr>
      </p:sp>
      <p:sp>
        <p:nvSpPr>
          <p:cNvPr id="64" name="Shape 60"/>
          <p:cNvSpPr/>
          <p:nvPr/>
        </p:nvSpPr>
        <p:spPr>
          <a:xfrm>
            <a:off x="14100048" y="6812280"/>
            <a:ext cx="384048" cy="384048"/>
          </a:xfrm>
          <a:prstGeom prst="ellipse">
            <a:avLst/>
          </a:prstGeom>
          <a:solidFill>
            <a:srgbClr val="9AA9C2"/>
          </a:solidFill>
          <a:ln/>
        </p:spPr>
      </p:sp>
      <p:sp>
        <p:nvSpPr>
          <p:cNvPr id="65" name="Text 61"/>
          <p:cNvSpPr/>
          <p:nvPr/>
        </p:nvSpPr>
        <p:spPr>
          <a:xfrm>
            <a:off x="14100048" y="6812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66" name="Shape 62"/>
          <p:cNvSpPr/>
          <p:nvPr/>
        </p:nvSpPr>
        <p:spPr>
          <a:xfrm>
            <a:off x="731520" y="7351776"/>
            <a:ext cx="16093440" cy="621792"/>
          </a:xfrm>
          <a:prstGeom prst="roundRect">
            <a:avLst>
              <a:gd name="adj" fmla="val 2058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7" name="Text 63"/>
          <p:cNvSpPr/>
          <p:nvPr/>
        </p:nvSpPr>
        <p:spPr>
          <a:xfrm>
            <a:off x="1042416" y="7351776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and advertising material displayed during coffee breaks and at the apero, booth/poster during conference, evening apero admission (max. 2)</a:t>
            </a:r>
            <a:endParaRPr lang="en-US" sz="1656" dirty="0"/>
          </a:p>
        </p:txBody>
      </p:sp>
      <p:sp>
        <p:nvSpPr>
          <p:cNvPr id="68" name="Shape 64"/>
          <p:cNvSpPr/>
          <p:nvPr/>
        </p:nvSpPr>
        <p:spPr>
          <a:xfrm>
            <a:off x="15151608" y="7351776"/>
            <a:ext cx="1645920" cy="621792"/>
          </a:xfrm>
          <a:prstGeom prst="rect">
            <a:avLst/>
          </a:prstGeom>
          <a:solidFill>
            <a:srgbClr val="8CCBF2">
              <a:alpha val="20000"/>
            </a:srgbClr>
          </a:solidFill>
          <a:ln/>
        </p:spPr>
      </p:sp>
      <p:sp>
        <p:nvSpPr>
          <p:cNvPr id="69" name="Shape 65"/>
          <p:cNvSpPr/>
          <p:nvPr/>
        </p:nvSpPr>
        <p:spPr>
          <a:xfrm>
            <a:off x="15782544" y="7470648"/>
            <a:ext cx="384048" cy="384048"/>
          </a:xfrm>
          <a:prstGeom prst="ellipse">
            <a:avLst/>
          </a:prstGeom>
          <a:solidFill>
            <a:srgbClr val="8CCBF2"/>
          </a:solidFill>
          <a:ln/>
        </p:spPr>
      </p:sp>
      <p:sp>
        <p:nvSpPr>
          <p:cNvPr id="70" name="Text 66"/>
          <p:cNvSpPr/>
          <p:nvPr/>
        </p:nvSpPr>
        <p:spPr>
          <a:xfrm>
            <a:off x="15782544" y="7470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0625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72" dirty="0"/>
          </a:p>
        </p:txBody>
      </p:sp>
      <p:sp>
        <p:nvSpPr>
          <p:cNvPr id="71" name="Shape 67"/>
          <p:cNvSpPr/>
          <p:nvPr/>
        </p:nvSpPr>
        <p:spPr>
          <a:xfrm>
            <a:off x="731520" y="8156448"/>
            <a:ext cx="16093440" cy="1024128"/>
          </a:xfrm>
          <a:prstGeom prst="roundRect">
            <a:avLst>
              <a:gd name="adj" fmla="val 125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2" name="Shape 68"/>
          <p:cNvSpPr/>
          <p:nvPr/>
        </p:nvSpPr>
        <p:spPr>
          <a:xfrm>
            <a:off x="12618720" y="8156448"/>
            <a:ext cx="4206240" cy="1024128"/>
          </a:xfrm>
          <a:prstGeom prst="rect">
            <a:avLst/>
          </a:prstGeom>
          <a:solidFill>
            <a:srgbClr val="8CCBF2">
              <a:alpha val="20000"/>
            </a:srgbClr>
          </a:solidFill>
          <a:ln/>
        </p:spPr>
      </p:sp>
      <p:sp>
        <p:nvSpPr>
          <p:cNvPr id="73" name="Text 69"/>
          <p:cNvSpPr/>
          <p:nvPr/>
        </p:nvSpPr>
        <p:spPr>
          <a:xfrm>
            <a:off x="1042416" y="8156448"/>
            <a:ext cx="11338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spc="300" kern="0" dirty="0">
                <a:solidFill>
                  <a:srgbClr val="8C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OFFER</a:t>
            </a:r>
            <a:endParaRPr lang="en-US" sz="1440" dirty="0"/>
          </a:p>
          <a:p>
            <a:pPr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Sponsorship for Best Innovation &amp; Science pitch, or Poster winner prizes</a:t>
            </a:r>
            <a:endParaRPr lang="en-US" sz="1440" dirty="0"/>
          </a:p>
          <a:p>
            <a:pPr indent="0" marL="0">
              <a:buNone/>
            </a:pPr>
            <a:r>
              <a:rPr lang="en-US" sz="1656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prize or giveaway (e.g. iPad, camera, gift certificate, etc.)</a:t>
            </a:r>
            <a:endParaRPr lang="en-US" sz="1440" dirty="0"/>
          </a:p>
        </p:txBody>
      </p:sp>
      <p:sp>
        <p:nvSpPr>
          <p:cNvPr id="74" name="Text 70"/>
          <p:cNvSpPr/>
          <p:nvPr/>
        </p:nvSpPr>
        <p:spPr>
          <a:xfrm>
            <a:off x="12618720" y="8156448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48" b="1" dirty="0">
                <a:solidFill>
                  <a:srgbClr val="8CC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to discussion</a:t>
            </a:r>
            <a:endParaRPr lang="en-US" sz="244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OILS26 Sponsorship packages</dc:title>
  <dc:subject>PptxGenJS Presentation</dc:subject>
  <dc:creator>PptxGenJS</dc:creator>
  <cp:lastModifiedBy>PptxGenJS</cp:lastModifiedBy>
  <cp:revision>1</cp:revision>
  <dcterms:created xsi:type="dcterms:W3CDTF">2026-10-08T09:15:18Z</dcterms:created>
  <dcterms:modified xsi:type="dcterms:W3CDTF">2026-10-08T09:15:18Z</dcterms:modified>
</cp:coreProperties>
</file>