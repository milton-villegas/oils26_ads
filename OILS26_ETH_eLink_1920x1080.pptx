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556480" cy="987552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"/>
            <a:ext cx="3017520" cy="13533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2057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Conference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260604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 to</a:t>
            </a:r>
            <a:endParaRPr lang="en-US" sz="7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Bench</a:t>
            </a:r>
            <a:endParaRPr lang="en-US" sz="7500" dirty="0"/>
          </a:p>
        </p:txBody>
      </p:sp>
      <p:sp>
        <p:nvSpPr>
          <p:cNvPr id="7" name="Shape 3"/>
          <p:cNvSpPr/>
          <p:nvPr/>
        </p:nvSpPr>
        <p:spPr>
          <a:xfrm>
            <a:off x="822960" y="5257800"/>
            <a:ext cx="9326880" cy="36576"/>
          </a:xfrm>
          <a:prstGeom prst="rect">
            <a:avLst/>
          </a:prstGeom>
          <a:solidFill>
            <a:srgbClr val="75CBE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54864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00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4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633679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822960" y="7315200"/>
            <a:ext cx="9326880" cy="1737360"/>
          </a:xfrm>
          <a:prstGeom prst="roundRect">
            <a:avLst>
              <a:gd name="adj" fmla="val 20000"/>
            </a:avLst>
          </a:prstGeom>
          <a:solidFill>
            <a:srgbClr val="8CCB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261872" y="7558430"/>
            <a:ext cx="84490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see the agenda</a:t>
            </a:r>
            <a:endParaRPr lang="en-US" sz="2900" dirty="0"/>
          </a:p>
        </p:txBody>
      </p:sp>
      <p:sp>
        <p:nvSpPr>
          <p:cNvPr id="12" name="Text 8"/>
          <p:cNvSpPr txBox="1"/>
          <p:nvPr/>
        </p:nvSpPr>
        <p:spPr>
          <a:xfrm>
            <a:off x="1261872" y="8114386"/>
            <a:ext cx="844905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b2match.com/e/oils2026</a:t>
            </a:r>
            <a:endParaRPr lang="en-US" sz="4500" dirty="0"/>
          </a:p>
        </p:txBody>
      </p:sp>
      <p:sp>
        <p:nvSpPr>
          <p:cNvPr id="13" name="Shape 9"/>
          <p:cNvSpPr/>
          <p:nvPr/>
        </p:nvSpPr>
        <p:spPr>
          <a:xfrm>
            <a:off x="11247120" y="1097280"/>
            <a:ext cx="5486400" cy="768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14" name="Image 2" descr="Roch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0" y="1737360"/>
            <a:ext cx="4023360" cy="209397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1795760" y="4206240"/>
            <a:ext cx="4389120" cy="36576"/>
          </a:xfrm>
          <a:prstGeom prst="rect">
            <a:avLst/>
          </a:prstGeom>
          <a:solidFill>
            <a:srgbClr val="DBE7F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1179576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&amp; site visit</a:t>
            </a:r>
            <a:endParaRPr lang="en-US" sz="2300" dirty="0"/>
          </a:p>
        </p:txBody>
      </p:sp>
      <p:sp>
        <p:nvSpPr>
          <p:cNvPr id="17" name="Text 12"/>
          <p:cNvSpPr txBox="1"/>
          <p:nvPr/>
        </p:nvSpPr>
        <p:spPr>
          <a:xfrm>
            <a:off x="11795760" y="53492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</a:t>
            </a:r>
            <a:endParaRPr lang="en-US" sz="4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in Basel</a:t>
            </a:r>
            <a:endParaRPr lang="en-US" sz="4500" dirty="0"/>
          </a:p>
        </p:txBody>
      </p:sp>
      <p:sp>
        <p:nvSpPr>
          <p:cNvPr id="18" name="Text 13"/>
          <p:cNvSpPr txBox="1"/>
          <p:nvPr/>
        </p:nvSpPr>
        <p:spPr>
          <a:xfrm>
            <a:off x="11795760" y="7315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1B5DAA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21 OCTOBER</a:t>
            </a: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ETH screen ad</dc:title>
  <dc:subject>PptxGenJS Presentation</dc:subject>
  <dc:creator>PptxGenJS</dc:creator>
  <cp:lastModifiedBy>PptxGenJS</cp:lastModifiedBy>
  <cp:revision>1</cp:revision>
  <dcterms:created xsi:type="dcterms:W3CDTF">2026-10-06T20:10:11Z</dcterms:created>
  <dcterms:modified xsi:type="dcterms:W3CDTF">2026-10-06T20:10:11Z</dcterms:modified>
</cp:coreProperties>
</file>